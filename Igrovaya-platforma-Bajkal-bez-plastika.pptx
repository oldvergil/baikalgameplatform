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61" r:id="rId4"/>
    <p:sldId id="262" r:id="rId5"/>
    <p:sldId id="263" r:id="rId6"/>
    <p:sldId id="265" r:id="rId7"/>
    <p:sldId id="264" r:id="rId8"/>
  </p:sldIdLst>
  <p:sldSz cx="14630400" cy="8229600"/>
  <p:notesSz cx="8229600" cy="14630400"/>
  <p:embeddedFontLst>
    <p:embeddedFont>
      <p:font typeface="Open Sans" panose="020B0606030504020204" pitchFamily="34" charset="0"/>
      <p:regular r:id="rId10"/>
      <p:bold r:id="rId11"/>
      <p:italic r:id="rId12"/>
      <p:boldItalic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63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Экологическая</a:t>
            </a: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платформа "Байкал без пластика"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42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Проблемы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6689"/>
            <a:ext cx="6407944" cy="3318510"/>
          </a:xfrm>
          <a:prstGeom prst="roundRect">
            <a:avLst>
              <a:gd name="adj" fmla="val 4409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036689"/>
            <a:ext cx="121920" cy="3318510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293983"/>
            <a:ext cx="35990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Проблема сбора данных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784402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Информацию о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загрязнении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приходит</a:t>
            </a:r>
            <a:r>
              <a:rPr lang="ru-RU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ь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ся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собирать</a:t>
            </a:r>
            <a:r>
              <a:rPr lang="ru-RU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вручную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что создаёт огромную нагрузку на персонал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экологических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организаций</a:t>
            </a:r>
            <a:r>
              <a:rPr lang="ru-RU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5009198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высокие расходы на зарплаты,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медленн</a:t>
            </a:r>
            <a:r>
              <a:rPr lang="ru-RU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ый</a:t>
            </a:r>
            <a:r>
              <a:rPr lang="ru-RU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сбор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данных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отсутствие актуальной картины загрязнения.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36689"/>
            <a:ext cx="6408063" cy="3318510"/>
          </a:xfrm>
          <a:prstGeom prst="roundRect">
            <a:avLst>
              <a:gd name="adj" fmla="val 4409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036689"/>
            <a:ext cx="121920" cy="3318510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293983"/>
            <a:ext cx="32854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Проблема мотивации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784402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ровень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вовлечённости людей в экологические проблемы Байкала остаётся низким.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777282" y="5009198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недостаточное количество волонтёров, слабое общественное давление на решение проблемы.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12934"/>
            <a:ext cx="5572601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Решение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8" y="1894523"/>
            <a:ext cx="5582364" cy="5582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3959" y="1866662"/>
            <a:ext cx="6943844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ru-RU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Экологическая</a:t>
            </a:r>
            <a:r>
              <a:rPr lang="en-US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платформа «Байкал без пластика»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913959" y="2925366"/>
            <a:ext cx="694384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Мобильное приложение, которое превращает защиту Байкала в увлекательную игру с реальным экологическим эффектом.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913959" y="3839051"/>
            <a:ext cx="6943844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это работает: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пользователи фотографируют места загрязнения, получают игровую валюту за качественные фотографии и тратят её на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внутриигровые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ru-RU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предметы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913959" y="5109329"/>
            <a:ext cx="694384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Одновременно</a:t>
            </a:r>
            <a:r>
              <a:rPr lang="ru-RU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 этим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собира</a:t>
            </a:r>
            <a:r>
              <a:rPr lang="ru-RU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ются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точные геопривязанные данные о местах скопления мусора для экологических организаций.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611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Цель проекта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10056"/>
            <a:ext cx="13042821" cy="1693664"/>
          </a:xfrm>
          <a:prstGeom prst="roundRect">
            <a:avLst>
              <a:gd name="adj" fmla="val 562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3" y="5233230"/>
            <a:ext cx="12573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Разработать приложение, которое позволит собирать, систематизировать и визуализировать актуальные данные о местах скопления мусора на побережье и прилегающих территориях озера Байкал.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28224" y="6306383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Сделать эти данные доступными для научных организаций, органов власти и экологических активистов.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6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Задачи проекта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59142"/>
            <a:ext cx="4196358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33449"/>
            <a:ext cx="35969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Учёт</a:t>
            </a: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пользователей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2386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Разработать надёжную систему учёта и аутентификации пользователей с профилями и историей активности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659142"/>
            <a:ext cx="4196358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2833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UX/UI дизайн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32386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Спроектировать интуитивно понятный и привлекательный интерфейс для iOS и Android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659142"/>
            <a:ext cx="4196358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2833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Сбор геоданных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323868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Реализовать механизм загрузки геопривязанных фотографий с автоматической классификацией типов мусора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1723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27357"/>
            <a:ext cx="6407944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701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Геймификация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19208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Создать систему мотивации: внутриигровая валюта, достижения, рейтинги и уровни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17231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527357"/>
            <a:ext cx="6407944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701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Открытые данные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192083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Обеспечить хранение, обработку и открытый доступ к собранным данным для всех заинтересованных сторон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372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А</a:t>
            </a:r>
            <a:r>
              <a:rPr lang="en-US" sz="4450" b="1" dirty="0" err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удитория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29969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150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Волонтёры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640580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Люди разных возрастов, готовые внести свой вклад в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защиту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Байкала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299698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150162"/>
            <a:ext cx="3054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Школьники 13–18 лет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640580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Молодое поколение, которое растёт с осознанием экологических проблем и активно использует мобильные приложения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29969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150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Студенты 18–25 лет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640580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Социально активная аудитория, заинтересованная в устойчивом развитии и готовая участвовать в экопроектах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0367"/>
            <a:ext cx="76658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Конкуренты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82935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FFCFA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45245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314277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2730850" y="324810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40499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Litterati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5403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Глобальное приложение для картирования мусора с элементами геймификации и социальной сети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482935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FFCFA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345245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314277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35E54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324810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40499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SEACLEAR2.0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45403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Европейский проект с роботизированными системами очистки водоёмов и платформой сбора данных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482935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FFC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345245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835E5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314277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35E54"/>
          </a:solidFill>
          <a:ln/>
        </p:spPr>
      </p:sp>
      <p:sp>
        <p:nvSpPr>
          <p:cNvPr id="18" name="Text 16"/>
          <p:cNvSpPr/>
          <p:nvPr/>
        </p:nvSpPr>
        <p:spPr>
          <a:xfrm>
            <a:off x="11594173" y="326322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4049911"/>
            <a:ext cx="35556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Clean Something For Nothing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45403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Британская инициатива, поощряющая уборку мусора через систему вознаграждений и челленджей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346</Words>
  <Application>Microsoft Office PowerPoint</Application>
  <PresentationFormat>Произвольный</PresentationFormat>
  <Paragraphs>56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Open Sans</vt:lpstr>
      <vt:lpstr>Crimson Pro Light</vt:lpstr>
      <vt:lpstr>Crimson Pro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Влад Семениченко</cp:lastModifiedBy>
  <cp:revision>4</cp:revision>
  <dcterms:created xsi:type="dcterms:W3CDTF">2025-12-05T09:12:44Z</dcterms:created>
  <dcterms:modified xsi:type="dcterms:W3CDTF">2025-12-20T02:45:55Z</dcterms:modified>
</cp:coreProperties>
</file>